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F895-766C-0491-1FFB-7F7CE8CC6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946CE-1162-4F74-A487-E51B82839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8CA0-B366-B6C6-07AA-493D0FCE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7AFA-256A-442C-8DEA-3BCA1861ECB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FCD81-33A0-9D14-551B-4351E160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6079F-2679-3C81-C970-A62487E1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5A592-4303-45B0-92E8-AB4C96CAB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9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2F9DB-BDDB-8FC5-DDC6-9FF878AA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6E169-8F1B-1FE6-3C5D-6B5C7E3AD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E170C-45FC-C561-2A4F-EA0FD6A2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7AFA-256A-442C-8DEA-3BCA1861ECB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C4341-4CD7-EA6B-96FE-CD6FC58B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DA248-DBBC-1C5D-6BC4-7829A9FF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5A592-4303-45B0-92E8-AB4C96CAB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E81AD-6D9B-7700-47B4-7033D5C4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FCD28-6003-862B-8193-53914AA41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A2DD6-4392-F923-6EC2-2FF0470B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7AFA-256A-442C-8DEA-3BCA1861ECB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E4B13-143B-8E87-D519-0A057C64F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61B92-08E0-93C2-BFF2-E2B43FBA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5A592-4303-45B0-92E8-AB4C96CAB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28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D885-C5A9-6C79-E874-FBA495A3A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8BCA8-B50A-D530-2993-9B6C0C546C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CF153-E7BF-0425-2DE5-41C1953A8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5A06A-46E4-4EFF-4C17-561CA33B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7AFA-256A-442C-8DEA-3BCA1861ECB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4D9B0-B780-C561-CF5E-60D6511E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0DC99-357B-B2D2-F91B-5B9D2DB4A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5A592-4303-45B0-92E8-AB4C96CAB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0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B97F-5014-D400-B914-5B41BB419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0DCA3-658A-5C62-567B-7435933EC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A62C7-58A6-15F9-0788-CADE46205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58A21-FA1F-287C-AEC7-833B64EB6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A2BBD-8C76-B866-951F-6776DA9657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E9F2AB-D468-298B-3FCC-59DE3A130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7AFA-256A-442C-8DEA-3BCA1861ECB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9CD78-DE6C-56AC-6342-1EA2E6D7C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6CABA-E7F6-D587-7A03-D55543C2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5A592-4303-45B0-92E8-AB4C96CAB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9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2440-2684-84FD-B193-C6D0055EC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813E6C-9C90-7F12-CE45-221C870A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7AFA-256A-442C-8DEA-3BCA1861ECB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43001-3E12-292A-E177-2B911AD2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81D75-214B-7FD1-1ACB-524D2306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5A592-4303-45B0-92E8-AB4C96CAB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1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8DA4C4-554E-6A9A-172A-6DD24711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7AFA-256A-442C-8DEA-3BCA1861ECB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DA5711-9EF6-1E58-CE0A-7ADCFC647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A2F4F-22E4-7592-86E5-C71FAD6C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5A592-4303-45B0-92E8-AB4C96CAB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7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817D-C8D4-AFDE-4D85-9AC79022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AB36D-D391-3969-4BB8-CA9A0BBE2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64DF7-4C95-1D19-05F4-A69E7A043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F5828-8476-9FAA-83A5-D7F628A66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7AFA-256A-442C-8DEA-3BCA1861ECB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F4453-3D11-E4DA-3A9C-2C2D5358A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8342B-8E41-35D0-EB66-FF4FD849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5A592-4303-45B0-92E8-AB4C96CAB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7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939C1-2D1B-6E2C-2A01-7274CE126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D91AE6-1AC8-A2DD-34FE-9EAA99444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E4F04-FD91-6A64-FFB3-A0A1E4DB1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A862E-467A-7994-027C-D0480D20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7AFA-256A-442C-8DEA-3BCA1861ECB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7A19D-586D-8356-69AB-297B5E22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D9097-4736-D475-0603-44F90A116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5A592-4303-45B0-92E8-AB4C96CAB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2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742E-636A-A513-3BD7-DAC0CBCC5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133FC-070F-7CC6-9F75-8FF80C0E5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E8A4C-4170-6457-DB04-94BDA23DB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7AFA-256A-442C-8DEA-3BCA1861ECB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A68F8-977D-5C31-F3AE-313E39A71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C3528-CF17-806C-2C3D-F1E3A3F99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5A592-4303-45B0-92E8-AB4C96CAB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65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78BCD6-506C-F059-BCA7-A2FC6BF5C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A477B-7E6F-AAE5-4A9D-C4C226707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080CC-8873-EA57-92A2-3F366E4F6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7AFA-256A-442C-8DEA-3BCA1861ECB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CC68C-9264-B0CF-B76E-100E9B30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B7CCD-3E7C-65A3-11E3-53776BCC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5A592-4303-45B0-92E8-AB4C96CAB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6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8D398F-EF71-9467-5DE3-8072522B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FF850-29D9-EA18-C90E-BDE2C18A4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420D9-D2BC-747D-E94F-1D83268CE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87AFA-256A-442C-8DEA-3BCA1861ECB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7185B-FE7D-E008-BF34-332815020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B0E3B-D479-3DA2-D5AD-B9DDF02DD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5A592-4303-45B0-92E8-AB4C96CAB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0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A0874-ED78-16D6-393A-86F5508A8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2864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Based Smart Agriculture Monitoring and Automatic Irrigation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0657A-9301-3673-6218-13C3D78BB34A}"/>
              </a:ext>
            </a:extLst>
          </p:cNvPr>
          <p:cNvSpPr txBox="1"/>
          <p:nvPr/>
        </p:nvSpPr>
        <p:spPr>
          <a:xfrm>
            <a:off x="2677885" y="4060371"/>
            <a:ext cx="6139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THOTA JAHNAVI</a:t>
            </a:r>
          </a:p>
          <a:p>
            <a:r>
              <a:rPr lang="en-US" dirty="0"/>
              <a:t>22B01A0257 EEE</a:t>
            </a:r>
          </a:p>
          <a:p>
            <a:r>
              <a:rPr lang="en-US" dirty="0"/>
              <a:t>SHRI VISHNU ENGINEERING COLLEGE FOR WOMEN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2011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5E71-33F5-C31E-281C-8BC3EEABC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9E7CB-5439-9F98-7014-32B727C34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IoT-based smart agriculture monitoring system using ESP32.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monitors soil moisture, temperature, and humidity in real time and automatically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irrigation based on soil condition.</a:t>
            </a:r>
          </a:p>
        </p:txBody>
      </p:sp>
    </p:spTree>
    <p:extLst>
      <p:ext uri="{BB962C8B-B14F-4D97-AF65-F5344CB8AC3E}">
        <p14:creationId xmlns:p14="http://schemas.microsoft.com/office/powerpoint/2010/main" val="2083385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0B46-8F6E-715D-C2BE-584985C1E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153F0-08FD-6A18-E547-89370D2D4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Soil Moisture Sensor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DHT11 Temperature and Humidity Sensor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Relay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 Pump / LED (for demonstration)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Connecting Wires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Supply</a:t>
            </a:r>
          </a:p>
        </p:txBody>
      </p:sp>
    </p:spTree>
    <p:extLst>
      <p:ext uri="{BB962C8B-B14F-4D97-AF65-F5344CB8AC3E}">
        <p14:creationId xmlns:p14="http://schemas.microsoft.com/office/powerpoint/2010/main" val="231729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5E19-A4FB-9D12-84FC-86C18E11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820D4-5DB1-9499-7F7E-E81F0DEF5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sensors collect environmental data and send it to ESP32. The ESP32 processes the data and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the relay automatically when soil moisture drops below a threshold value.</a:t>
            </a:r>
          </a:p>
        </p:txBody>
      </p:sp>
    </p:spTree>
    <p:extLst>
      <p:ext uri="{BB962C8B-B14F-4D97-AF65-F5344CB8AC3E}">
        <p14:creationId xmlns:p14="http://schemas.microsoft.com/office/powerpoint/2010/main" val="339281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13B6B-26E6-719D-59D9-96F081518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9FD10-E9BB-9848-F340-9D09FE933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irrigation control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monitoring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 saving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cost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306856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2992-51F3-24D0-479C-3300804B4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F67D8-9097-3F25-C12F-FF7199938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Automation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Greenhouse Monitoring</a:t>
            </a:r>
          </a:p>
        </p:txBody>
      </p:sp>
    </p:spTree>
    <p:extLst>
      <p:ext uri="{BB962C8B-B14F-4D97-AF65-F5344CB8AC3E}">
        <p14:creationId xmlns:p14="http://schemas.microsoft.com/office/powerpoint/2010/main" val="3022411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143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IoT Based Smart Agriculture Monitoring and Automatic Irrigation System</vt:lpstr>
      <vt:lpstr>OBJECTIVE</vt:lpstr>
      <vt:lpstr>COMPONENTS</vt:lpstr>
      <vt:lpstr>WORKING</vt:lpstr>
      <vt:lpstr>FEATURES</vt:lpstr>
      <vt:lpstr>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Jahnavi Thota</dc:creator>
  <cp:lastModifiedBy>Jahnavi Thota</cp:lastModifiedBy>
  <cp:revision>1</cp:revision>
  <dcterms:created xsi:type="dcterms:W3CDTF">2026-02-07T05:30:28Z</dcterms:created>
  <dcterms:modified xsi:type="dcterms:W3CDTF">2026-02-07T05:37:12Z</dcterms:modified>
</cp:coreProperties>
</file>